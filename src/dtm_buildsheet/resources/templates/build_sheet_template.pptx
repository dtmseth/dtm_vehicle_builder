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Fill target: project metadata + parts table (generator will populate)</a:t>
            </a:r>
          </a:p>
        </p:txBody>
      </p:sp>
      <p:sp>
        <p:nvSpPr>
          <p:cNvPr id="4" name="PROJECT_INFO_BLOCK"/>
          <p:cNvSpPr txBox="1"/>
          <p:nvPr/>
        </p:nvSpPr>
        <p:spPr>
          <a:xfrm>
            <a:off x="365760" y="137160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[Project info will be inserted here]</a:t>
            </a:r>
          </a:p>
        </p:txBody>
      </p:sp>
      <p:sp>
        <p:nvSpPr>
          <p:cNvPr id="5" name="PARTS_TABLE_SLOT"/>
          <p:cNvSpPr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solidFill>
            <a:srgbClr val="F2F2F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555555"/>
                </a:solidFill>
              </a:rPr>
              <a:t>PARTS_TABLE_SLOT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</a:rPr>
              <a:t>DTM Fleet Build Sheet  • 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</a:rPr>
              <a:t>FRONT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Vehicle outline + warning/equipment placement</a:t>
            </a:r>
          </a:p>
        </p:txBody>
      </p:sp>
      <p:sp>
        <p:nvSpPr>
          <p:cNvPr id="4" name="VEHICLE_IMAGE_SLOT"/>
          <p:cNvSpPr/>
          <p:nvPr/>
        </p:nvSpPr>
        <p:spPr>
          <a:xfrm>
            <a:off x="365760" y="1280160"/>
            <a:ext cx="8686800" cy="4846320"/>
          </a:xfrm>
          <a:prstGeom prst="rect">
            <a:avLst/>
          </a:prstGeom>
          <a:solidFill>
            <a:srgbClr val="F2F2F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55555"/>
                </a:solidFill>
              </a:rPr>
              <a:t>VEHICLE_IMAGE_SLOT
(generator replaces this with the vehicle outline PNG)</a:t>
            </a:r>
          </a:p>
        </p:txBody>
      </p:sp>
      <p:sp>
        <p:nvSpPr>
          <p:cNvPr id="5" name="LEGEND_SLOT"/>
          <p:cNvSpPr/>
          <p:nvPr/>
        </p:nvSpPr>
        <p:spPr>
          <a:xfrm>
            <a:off x="9235440" y="1280160"/>
            <a:ext cx="2560320" cy="4846320"/>
          </a:xfrm>
          <a:prstGeom prst="rect">
            <a:avLst/>
          </a:prstGeom>
          <a:solidFill>
            <a:srgbClr val="FAFAFA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555555"/>
                </a:solidFill>
              </a:rPr>
              <a:t>LEGEND_SLOT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</a:rPr>
              <a:t>DTM Fleet Build Sheet  •  Front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</a:rPr>
              <a:t>SIDE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Vehicle outline + warning/equipment placement</a:t>
            </a:r>
          </a:p>
        </p:txBody>
      </p:sp>
      <p:sp>
        <p:nvSpPr>
          <p:cNvPr id="4" name="VEHICLE_IMAGE_SLOT"/>
          <p:cNvSpPr/>
          <p:nvPr/>
        </p:nvSpPr>
        <p:spPr>
          <a:xfrm>
            <a:off x="365760" y="1280160"/>
            <a:ext cx="8686800" cy="4846320"/>
          </a:xfrm>
          <a:prstGeom prst="rect">
            <a:avLst/>
          </a:prstGeom>
          <a:solidFill>
            <a:srgbClr val="F2F2F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55555"/>
                </a:solidFill>
              </a:rPr>
              <a:t>VEHICLE_IMAGE_SLOT
(generator replaces this with the vehicle outline PNG)</a:t>
            </a:r>
          </a:p>
        </p:txBody>
      </p:sp>
      <p:sp>
        <p:nvSpPr>
          <p:cNvPr id="5" name="LEGEND_SLOT"/>
          <p:cNvSpPr/>
          <p:nvPr/>
        </p:nvSpPr>
        <p:spPr>
          <a:xfrm>
            <a:off x="9235440" y="1280160"/>
            <a:ext cx="2560320" cy="4846320"/>
          </a:xfrm>
          <a:prstGeom prst="rect">
            <a:avLst/>
          </a:prstGeom>
          <a:solidFill>
            <a:srgbClr val="FAFAFA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555555"/>
                </a:solidFill>
              </a:rPr>
              <a:t>LEGEND_SLOT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</a:rPr>
              <a:t>DTM Fleet Build Sheet  •  Side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</a:rPr>
              <a:t>TOP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Vehicle outline + warning/equipment placement</a:t>
            </a:r>
          </a:p>
        </p:txBody>
      </p:sp>
      <p:sp>
        <p:nvSpPr>
          <p:cNvPr id="4" name="VEHICLE_IMAGE_SLOT"/>
          <p:cNvSpPr/>
          <p:nvPr/>
        </p:nvSpPr>
        <p:spPr>
          <a:xfrm>
            <a:off x="365760" y="1280160"/>
            <a:ext cx="8686800" cy="4846320"/>
          </a:xfrm>
          <a:prstGeom prst="rect">
            <a:avLst/>
          </a:prstGeom>
          <a:solidFill>
            <a:srgbClr val="F2F2F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55555"/>
                </a:solidFill>
              </a:rPr>
              <a:t>VEHICLE_IMAGE_SLOT
(generator replaces this with the vehicle outline PNG)</a:t>
            </a:r>
          </a:p>
        </p:txBody>
      </p:sp>
      <p:sp>
        <p:nvSpPr>
          <p:cNvPr id="5" name="LEGEND_SLOT"/>
          <p:cNvSpPr/>
          <p:nvPr/>
        </p:nvSpPr>
        <p:spPr>
          <a:xfrm>
            <a:off x="9235440" y="1280160"/>
            <a:ext cx="2560320" cy="4846320"/>
          </a:xfrm>
          <a:prstGeom prst="rect">
            <a:avLst/>
          </a:prstGeom>
          <a:solidFill>
            <a:srgbClr val="FAFAFA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555555"/>
                </a:solidFill>
              </a:rPr>
              <a:t>LEGEND_SLOT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</a:rPr>
              <a:t>DTM Fleet Build Sheet  •  Top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</a:rPr>
              <a:t>REAR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Vehicle outline + warning/equipment placement</a:t>
            </a:r>
          </a:p>
        </p:txBody>
      </p:sp>
      <p:sp>
        <p:nvSpPr>
          <p:cNvPr id="4" name="VEHICLE_IMAGE_SLOT"/>
          <p:cNvSpPr/>
          <p:nvPr/>
        </p:nvSpPr>
        <p:spPr>
          <a:xfrm>
            <a:off x="365760" y="1280160"/>
            <a:ext cx="8686800" cy="4846320"/>
          </a:xfrm>
          <a:prstGeom prst="rect">
            <a:avLst/>
          </a:prstGeom>
          <a:solidFill>
            <a:srgbClr val="F2F2F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55555"/>
                </a:solidFill>
              </a:rPr>
              <a:t>VEHICLE_IMAGE_SLOT
(generator replaces this with the vehicle outline PNG)</a:t>
            </a:r>
          </a:p>
        </p:txBody>
      </p:sp>
      <p:sp>
        <p:nvSpPr>
          <p:cNvPr id="5" name="LEGEND_SLOT"/>
          <p:cNvSpPr/>
          <p:nvPr/>
        </p:nvSpPr>
        <p:spPr>
          <a:xfrm>
            <a:off x="9235440" y="1280160"/>
            <a:ext cx="2560320" cy="4846320"/>
          </a:xfrm>
          <a:prstGeom prst="rect">
            <a:avLst/>
          </a:prstGeom>
          <a:solidFill>
            <a:srgbClr val="FAFAFA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555555"/>
                </a:solidFill>
              </a:rPr>
              <a:t>LEGEND_SLOT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</a:rPr>
              <a:t>DTM Fleet Build Sheet  •  Rear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Free-text notes from intake</a:t>
            </a:r>
          </a:p>
        </p:txBody>
      </p:sp>
      <p:sp>
        <p:nvSpPr>
          <p:cNvPr id="4" name="NOTES_SLOT"/>
          <p:cNvSpPr/>
          <p:nvPr/>
        </p:nvSpPr>
        <p:spPr>
          <a:xfrm>
            <a:off x="365760" y="1280160"/>
            <a:ext cx="11430000" cy="4846320"/>
          </a:xfrm>
          <a:prstGeom prst="rect">
            <a:avLst/>
          </a:prstGeom>
          <a:solidFill>
            <a:srgbClr val="F2F2F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555555"/>
                </a:solidFill>
              </a:rPr>
              <a:t>NOTES_SLOT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</a:rPr>
              <a:t>DTM Fleet Build Sheet  • 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